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Top 60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高频算法面试题解析  |  JavaScript  |  面试复习版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题目统计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2468880" cy="164592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 w="19050">
            <a:solidFill>
              <a:srgbClr val="0984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题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0" y="1645920"/>
            <a:ext cx="2468880" cy="164592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2377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题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2468880" cy="164592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数组/双指针/滑动窗口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2377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题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8961120" y="1645920"/>
            <a:ext cx="2468880" cy="164592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二分查找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61120" y="2377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题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2468880" cy="164592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840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动态规划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389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题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474720" y="3657600"/>
            <a:ext cx="2468880" cy="164592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 w="19050">
            <a:solidFill>
              <a:srgbClr val="00CE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3840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回溯/搜索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4389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题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217920" y="3657600"/>
            <a:ext cx="2468880" cy="164592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 w="19050">
            <a:solidFill>
              <a:srgbClr val="FD79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3840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4389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D7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题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8961120" y="3657600"/>
            <a:ext cx="2468880" cy="164592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 w="19050">
            <a:solidFill>
              <a:srgbClr val="FDCB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0" y="3840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排序/栈/其他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61120" y="4389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题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道高频题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4114800"/>
            <a:ext cx="1828800" cy="54864"/>
          </a:xfrm>
          <a:prstGeom prst="rect">
            <a:avLst/>
          </a:prstGeom>
          <a:solidFill>
            <a:srgbClr val="0984E3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[206]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反转链表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0B89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984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迭代法：三指针 prev/curr/next 逐个反转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递归法：递归到末尾，回溯时反转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O(n) | 空间 O(1)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prev = null, curr = head;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(curr)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next = curr.next;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curr.next = prev;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prev = curr;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 = next;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prev;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链表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[146]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LRU缓存机制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984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哈希表 + 双向链表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get/put 均 O(1)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 利用插入顺序特性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LRUCache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constructor(cap)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this.cap = cap;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this.cache = new Map();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get(key)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(!this.cache.has(key)) return -1;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v = this.cache.get(key);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this.cache.delete(key);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this.cache.set(key, v);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链表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[21]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合并两个有序链表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0B89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984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迭代法：dummy 节点，比较两链表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递归法：较小节点的 next 指向递归结果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O(n+m)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dummy = new ListNode();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curr = dummy;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(l1 &amp;&amp; l2)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(l1.val &lt;= l2.val)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curr.next = l1; l1 = l1.next;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{ curr.next = l2; l2 = l2.next;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 = curr.next;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curr.next = l1 || l2;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dummy.next;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链表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[25]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K个一组翻转链表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984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 + 分组反转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每组用反转子函数，再拼接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dummy 简化头节点处理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dummy = new ListNode(0, head);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groupPrev = dummy;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(true)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kth = groupPrev;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(let i = 0; i &lt; k; i++)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kth = kth.next;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(!kth) return dummy.next;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反转当前组...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链表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[92]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反转链表 II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984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一次遍历 + 头插法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 left 前驱，逐个头插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关键：保存四个关键节点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dummy = new ListNode(0, head);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prev = dummy;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i = 0; i &lt; left-1; i++)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prev = prev.next;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curr = prev.next;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i = 0; i &lt; right-left; i++)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nxt = curr.next;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curr.next = nxt.next;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nxt.next = prev.next;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prev.next = nxt;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链表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[23]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合并K个排序链表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984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最小堆：所有头节点入堆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分治合并：类似归并排序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O(N log k)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merge = (l1, l2) =&gt;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 = new ListNode();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c = d;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(l1 &amp;&amp; l2)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(l1.val&lt;=l2.val)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{c.next=l1;l1=l1.next;}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{c.next=l2;l2=l2.next;}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c=c.next;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c.next=l1||l2; return d.next;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链表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[143]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重排链表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984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三步走：找中点 → 反转后半 → 合并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快慢指针找中点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O(n) 空间 O(1)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找中点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slow=head, fast=head;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while(fast.next&amp;&amp;fast.next.next)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{slow=slow.next;fast=fast.next.next;}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反转后半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prev=null,curr=slow.next;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slow.next=null;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while(curr){/*反转*/}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交替合并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链表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[141]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环形链表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0B89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984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快慢指针（Floyd 判圈）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快指针走两步，慢指针走一步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有环必定相遇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slow=head, fast=head;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(fast &amp;&amp; fast.next)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slow = slow.next;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fast = fast.next.next;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(slow === fast) return true;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false;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链表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[160]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相交链表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0B89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984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双指针法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走到末尾切换到另一链表头部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各走 a+c+b 步后相遇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a=headA, b=headB;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(a !== b)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= a ? a.next : headB;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 = b ? b.next : headA;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链表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[82]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删除排序链表中的重复元素 II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984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一次遍历 + 前驱指针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dummy 简化头节点删除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发现重复则跳过所有相同节点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dummy=new ListNode(0,head);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prev=dummy;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while(prev.next){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curr=prev.next;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if(curr.next&amp;&amp;curr.val===curr.next.val){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while(curr.next&amp;&amp;curr.val===curr.next.val)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curr=curr.next;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prev.next=curr.next;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prev=prev.next;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链表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[19]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删除链表的倒数第N个节点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984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双指针一次遍历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快指针先走 N+1 步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快到末尾时慢指针在前驱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dummy=new ListNode(0,head);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fast=dummy, slow=dummy;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for(let i=0;i&lt;=n;i++) fast=fast.next;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while(fast){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fast=fast.next; slow=slow.next;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slow.next=slow.next.next;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dummy.next;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链表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[142]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环形链表 II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984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快慢指针 + 数学推导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相遇后一指针移到头部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同速前进再次相遇即环入口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数学证明：a = 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slow=head, fast=head;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while(fast&amp;&amp;fast.next){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slow=slow.next; fast=fast.next.next;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if(slow===fast){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ptr=head;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while(ptr!==slow)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{ptr=ptr.next;slow=slow.next;}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ptr;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null;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链表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[148]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排序链表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984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归并排序（自顶向下）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快慢指针找中点，递归排序合并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链表排序首选归并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if(!head||!head.next) return head;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slow=head,fast=head.next;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while(fast&amp;&amp;fast.next)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{slow=slow.next;fast=fast.next.next;}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mid=slow.next; slow.next=null;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left=sortList(head);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right=sortList(mid);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合并 left 和 right...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链表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两数相加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984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逐位相加 + 进位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同时遍历两个链表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注意最后可能还有进位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84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d=new ListNode();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c=d, carry=0;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while(l1||l2||carry){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a=l1?l1.val:0;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b=l2?l2.val:0;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total=a+b+carry;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carry=Math.floor(total/10);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c.next=new ListNode(total%10);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c=c.next;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if(l1)l1=l1.next;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if(l2)l2=l2.next;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链表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道高频题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4114800"/>
            <a:ext cx="1828800" cy="54864"/>
          </a:xfrm>
          <a:prstGeom prst="rect">
            <a:avLst/>
          </a:prstGeom>
          <a:solidFill>
            <a:srgbClr val="00B894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[102]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二叉树的层序遍历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BFS（队列）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遍历前记录队列长度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依次取出处理每层节点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if(!root) return [];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res=[], queue=[root];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while(queue.length){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level=[], size=queue.length;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for(let i=0;i&lt;size;i++){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node=queue.shift();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level.push(node.val);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if(node.left) queue.push(node.left);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if(node.right) queue.push(node.right);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res.push(level);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二叉树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[236]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二叉树的最近公共祖先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递归后序遍历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当前节点等于 p/q 则返回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左右都非空则当前节点是 LCA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if(!root||root===p||root===q)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root;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left=lowestCommonAncestor(root.left,p,q);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right=lowestCommonAncestor(root.right,p,q);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if(left&amp;&amp;right) return root;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left||right;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二叉树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[103]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二叉树的锯齿形层次遍历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BFS + 双端队列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奇数层尾部添加，偶数层头部添加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或用标志位控制 push/unshift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leftToRight=true;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while(queue.length){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level=[], size=queue.length;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for(let i=0;i&lt;size;i++){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node=queue.shift();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if(leftToRight) level.push(node.val);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level.unshift(node.val);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if(node.left) queue.push(node.left);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if(node.right) queue.push(node.right);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res.push(level);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leftToRight=!leftToRight;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二叉树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[124]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二叉树中的最大路径和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递归后序遍历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路径和 = 左贡献 + 右贡献 + 节点值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返回单边贡献给父节点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负贡献取 0（舍弃）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maxSum=-Infinity;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dfs=(node)=&gt;{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if(!node) return 0;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left=Math.max(dfs(node.left),0);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right=Math.max(dfs(node.right),0);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maxSum=Math.max(maxSum,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left+right+node.val);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node.val+Math.max(left,right);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dfs(root); return maxSum;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二叉树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[199]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二叉树的右视图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BFS 层序遍历，取每层最后一个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 根右左，每层第一个访问到的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if(!root) return [];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res=[], queue=[root];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while(queue.length){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size=queue.length;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for(let i=0;i&lt;size;i++){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node=queue.shift();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if(i===size-1) res.push(node.val);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if(node.left) queue.push(node.left);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if(node.right) queue.push(node.right);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二叉树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[94]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二叉树的中序遍历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0B89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递归：左→根→右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迭代（栈）：一直往左走入栈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弹出时访问，转向右子树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res=[], stack=[];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curr=root;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while(curr||stack.length){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while(curr){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stack.push(curr); curr=curr.left;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curr=stack.pop();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res.push(curr.val);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curr=curr.right;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二叉树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[105]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从前序与中序构造二叉树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前序第一个是根，在中序中找根位置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划分左右子树，递归构造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哈希表优化查找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idxMap=new Map();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inorder.forEach((v,i)=&gt;idxMap.set(v,i));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helper=(ps,pe,is,ie)=&gt;{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if(ps&gt;pe) return null;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root=new TreeNode(preorder[ps]);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ir=idxMap.get(preorder[ps]);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ls=ir-is;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root.left=helper(ps+1,ps+ls,is,ir-1);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root.right=helper(ps+ls+1,pe,ir+1,ie);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root;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二叉树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数组/双指针/滑动窗口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道高频题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4114800"/>
            <a:ext cx="1828800" cy="54864"/>
          </a:xfrm>
          <a:prstGeom prst="rect">
            <a:avLst/>
          </a:prstGeom>
          <a:solidFill>
            <a:srgbClr val="F39C12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无重复字符的最长子串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数组/双指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滑动窗口 + 哈希表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右指针扩展，遇重复左指针收缩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O(n)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map=new Map();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left=0, maxLen=0;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for(let right=0;right&lt;s.length;right++){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if(map.has(s[right])&amp;&amp;map.get(s[right])&gt;=left)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left=map.get(s[right])+1;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map.set(s[right],right);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maxLen=Math.max(maxLen,right-left+1);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maxLen;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数组/双指针/滑动窗口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[15]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三数之和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数组/双指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 + 双指针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固定第一个数，双指针找两数之和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关键：跳过重复元素去重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nums.sort((a,b)=&gt;a-b);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for(let i=0;i&lt;nums.length-2;i++){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if(i&gt;0&amp;&amp;nums[i]===nums[i-1]) continue;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l=i+1, r=nums.length-1;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while(l&lt;r){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sum=nums[i]+nums[l]+nums[r];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if(sum&lt;0) l++;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if(sum&gt;0) r--;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{ /*收集结果，跳过重复*/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数组/双指针/滑动窗口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[88]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合并两个有序数组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0B89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数组/双指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从后往前合并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从两数组末尾比较，大的放末尾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O(m+n) 空间 O(1)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i=m-1, j=n-1, k=m+n-1;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while(i&gt;=0&amp;&amp;j&gt;=0){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if(nums1[i]&gt;=nums2[j])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nums1[k--]=nums1[i--];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nums1[k--]=nums2[j--];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while(j&gt;=0) nums1[k--]=nums2[j--];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数组/双指针/滑动窗口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[42]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接雨水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数组/双指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双指针：左右指针维护最大高度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当前位置水量取决于较矮的最大高度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O(n) 空间 O(1)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l=0,r=height.length-1;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leftMax=0,rightMax=0,water=0;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while(l&lt;r){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if(height[l]&lt;height[r]){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height[l]&gt;=leftMax?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(leftMax=height[l]):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(water+=leftMax-height[l]);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l++;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height[r]&gt;=rightMax?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(rightMax=height[r]):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(water+=rightMax-height[r]);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r--;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数组/双指针/滑动窗口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[56]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合并区间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数组/双指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 + 贪心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按起点排序，重叠则合并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否则直接加入结果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intervals.sort((a,b)=&gt;a[0]-b[0]);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res=[intervals[0]];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for(let i=1;i&lt;intervals.length;i++){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last=res[res.length-1];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if(intervals[i][0]&lt;=last[1])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last[1]=Math.max(last[1],intervals[i][1]);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res.push(intervals[i]);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数组/双指针/滑动窗口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[54]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螺旋矩阵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数组/双指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模拟边界收缩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维护上下左右四个边界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按右→下→左→上遍历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top=0,bottom=matrix.length-1;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left=0,right=matrix[0].length-1;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while(top&lt;=bottom&amp;&amp;left&lt;=right){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for(let j=left;j&lt;=right;j++)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res.push(matrix[top][j]); top++;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for(let i=top;i&lt;=bottom;i++)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res.push(matrix[i][right]); right--;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if(top&lt;=bottom)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for(let j=right;j&gt;=left;j--)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res.push(matrix[bottom][j]); bottom--;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if(left&lt;=right)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for(let i=bottom;i&gt;=top;i--)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res.push(matrix[i][left]); left++;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数组/双指针/滑动窗口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[76]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最小覆盖子串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数组/双指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滑动窗口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哈希表统计 t 的字符频率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右扩→满足→左缩→记录最优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need={};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for(const c of t) need[c]=(need[c]||0)+1;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missing=t.length,left=0,start=0,end=Infinity;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for(let right=0;right&lt;s.length;right++){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if(need[s[right]]&gt;0) missing--;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need[s[right]]=(need[s[right]]||0)-1;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while(missing===0){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if(right-left&lt;end-start)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{start=left;end=right;}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need[s[left]]++;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if(need[s[left]]&gt;0) missing++;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left++;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数组/双指针/滑动窗口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[239]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滑动窗口最大值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数组/双指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单调递减双端队列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存下标，保持值单调递减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下标可判断是否超出窗口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dq=[], res=[];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for(let i=0;i&lt;nums.length;i++){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while(dq.length&amp;&amp;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nums[dq[dq.length-1]]&lt;=nums[i])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dq.pop();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dq.push(i);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if(dq[0]&lt;=i-k) dq.shift();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if(i&gt;=k-1) res.push(nums[dq[0]);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数组/双指针/滑动窗口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二分查找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道高频题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4114800"/>
            <a:ext cx="1828800" cy="54864"/>
          </a:xfrm>
          <a:prstGeom prst="rect">
            <a:avLst/>
          </a:prstGeom>
          <a:solidFill>
            <a:srgbClr val="6C5CE7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[215]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数组中的第K个最大元素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二分查找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快速选择（Quick Select）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基于快排 partition，每次递归一半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 O(n)，随机化 pivot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target=nums.length-k;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left=0,right=nums.length-1;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while(true){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pos=partition(left,right);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if(pos===target) return nums[pos];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if(pos&lt;target) left=pos+1;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right=pos-1;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二分查找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[33]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搜索旋转排序数组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二分查找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改进的二分查找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每次一定有一半是有序的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target 在有序半边还是无序半边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while(left&lt;=right){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mid=(left+right)&gt;&gt;1;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if(nums[mid]===target) return mid;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if(nums[left]&lt;=nums[mid]){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if(nums[left]&lt;=target&amp;&amp;target&lt;nums[mid])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right=mid-1;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left=mid+1;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if(nums[mid]&lt;target&amp;&amp;target&lt;=nums[right])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left=mid+1;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right=mid-1;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二分查找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寻找两个正序数组的中位数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二分查找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二分划分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在较短数组上二分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左半总数=右半总数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左半最大≤右半最小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if(nums1.length&gt;nums2.length)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[nums1,nums2]=[nums2,nums1];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left=0,right=nums1.length;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while(left&lt;=right){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i=(left+right)&gt;&gt;1;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j=((m+n+1)&gt;&gt;1)-i;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l1=i&gt;0?nums1[i-1]:-Infinity;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r1=i&lt;m?nums1[i]:Infinity;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...判断并调整边界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二分查找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[704]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二分查找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0B89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二分查找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标准二分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左闭右闭 [left, right]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O(log 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left=0,right=nums.length-1;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while(left&lt;=right){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mid=(left+right)&gt;&gt;1;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if(nums[mid]===target) return mid;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if(nums[mid]&lt;target)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left=mid+1;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right=mid-1;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-1;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二分查找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[69]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的平方根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0B89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二分查找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二分查找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找最大 mid 使得 mid²≤x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注意溢出：用 mid≤x/mid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if(x&lt;2) return x;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left=1,right=x&gt;&gt;1;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while(left&lt;=right){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mid=(left+right)&gt;&gt;1;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if(mid*mid===x) return mid;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if(mid*mid&lt;x) left=mid+1;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right=mid-1;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right;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二分查找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[34]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查找元素的第一个和最后一个位置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二分查找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两次二分查找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第一次找最左 target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第二次找最右 target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找到后不返回，继续收缩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findLeft=()=&gt;{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l=0,r=nums.length-1;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while(l&lt;=r){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mid=(l+r)&gt;&gt;1;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if(nums[mid]&lt;target) l=mid+1;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r=mid-1;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l;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findRight 同理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nums[mid]&lt;=target 时 l=mid+1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二分查找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动态规划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道高频题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4114800"/>
            <a:ext cx="1828800" cy="54864"/>
          </a:xfrm>
          <a:prstGeom prst="rect">
            <a:avLst/>
          </a:prstGeom>
          <a:solidFill>
            <a:srgbClr val="E94560"/>
          </a:solidFill>
          <a:ln/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[53]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最大子数组和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动态规划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Kadane 算法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dp[i]=max(nums[i], dp[i-1]+nums[i])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O(n) 空间 O(1)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maxSum=nums[0],curSum=nums[0];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for(let i=1;i&lt;nums.length;i++){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curSum=Math.max(nums[i],curSum+nums[i]);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maxSum=Math.max(maxSum,curSum);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maxSum;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动态规划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[300]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最长上升子序列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动态规划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DP：dp[i] 以 i 结尾的 LIS 长度 O(n²)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贪心+二分：维护 tails 数组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O(n log 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tails=[];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for(const num of nums){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l=0,r=tails.length;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while(l&lt;r){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mid=(l+r)&gt;&gt;1;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if(tails[mid]&lt;num) l=mid+1;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r=mid;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tails[l]=num;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tails.length;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动态规划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[72]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编辑距离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动态规划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 DP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dp[i][j] = word1前i个转为 word2前j个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匹配则 dp[i-1][j-1]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不匹配取三种操作最小值+1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dp=Array.from({length:m+1},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()=&gt;Array(n+1).fill(0));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for(let i=0;i&lt;=m;i++) dp[i][0]=i;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for(let j=0;j&lt;=n;j++) dp[0][j]=j;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for(let i=1;i&lt;=m;i++)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for(let j=1;j&lt;=n;j++){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if(word1[i-1]===word2[j-1])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dp[i][j]=dp[i-1][j-1];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dp[i][j]=1+Math.min(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dp[i-1][j],dp[i][j-1],dp[i-1][j-1]);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动态规划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[1143]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最长公共子序列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动态规划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 DP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dp[i][j] = text1前i个和 text2前j个的 LCS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匹配则 +1，不匹配取 max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dp=Array.from({length:m+1},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()=&gt;Array(n+1).fill(0));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for(let i=1;i&lt;=m;i++)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for(let j=1;j&lt;=n;j++){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if(text1[i-1]===text2[j-1])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dp[i][j]=dp[i-1][j-1]+1;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dp[i][j]=Math.max(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dp[i-1][j],dp[i][j-1]);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dp[m][n];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动态规划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[322]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零钱兑换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动态规划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 自底向上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dp[i] = 凑成金额 i 的最少硬币数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dp[i] = min(dp[i-coin]+1)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无解返回 -1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dp=Array(amount+1).fill(Infinity);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dp[0]=0;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for(let i=1;i&lt;=amount;i++)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for(const coin of coins)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if(coin&lt;=i&amp;&amp;dp[i-coin]+1&lt;dp[i])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dp[i]=dp[i-coin]+1;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dp[amount]===Infinity?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-1:dp[amount];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动态规划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[70]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爬楼梯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0B89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动态规划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dp[i] = dp[i-1] + dp[i-2]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本质是斐波那契数列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空间优化：两个变量滚动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if(n&lt;=2) return n;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a=1,b=2;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for(let i=3;i&lt;=n;i++)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[a,b]=[b,a+b];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b;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动态规划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[32]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最长有效括号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动态规划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栈：存下标，栈底放最后未匹配的 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双指针：两次遍历统计左右括号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 O(n) 空间，双指针 O(1)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maxLen=0;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stack=[-1];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for(let i=0;i&lt;s.length;i++){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if(s[i]==="(") stack.push(i);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stack.pop();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if(!stack.length) stack.push(i);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maxLen=Math.max(maxLen,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i-stack[stack.length-1]);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maxLen;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动态规划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回溯/搜索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道高频题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4114800"/>
            <a:ext cx="1828800" cy="54864"/>
          </a:xfrm>
          <a:prstGeom prst="rect">
            <a:avLst/>
          </a:prstGeom>
          <a:solidFill>
            <a:srgbClr val="00CEC9"/>
          </a:solidFill>
          <a:ln/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[46]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全排列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回溯/搜索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回溯法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维护已使用标记数组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每次从未使用的数字中选一个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有重复元素：先排序，同层跳过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res=[],used=Array(n).fill(false);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backtrack=(path)=&gt;{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if(path.length===nums.length)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{res.push([...path]);return;}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for(let i=0;i&lt;nums.length;i++){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if(used[i]) continue;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used[i]=true;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path.push(nums[i]);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backtrack(path);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path.pop();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used[i]=false;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回溯/搜索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[200]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岛屿数量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回溯/搜索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DFS：遇到 1 启动 DFS 标记为 0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BFS：队列实现等价搜索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并查集：合并相邻的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count=0;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dfs=(i,j)=&gt;{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if(i&lt;0||i&gt;=grid.length||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j&lt;0||j&gt;=grid[0].length||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grid[i][j]!=="1") return;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grid[i][j]="0";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dfs(i+1,j);dfs(i-1,j);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dfs(i,j+1);dfs(i,j-1);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for(let i=0;i&lt;grid.length;i++)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for(let j=0;j&lt;grid[0].length;j++)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if(grid[i][j]==="1")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{count++;dfs(i,j);}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回溯/搜索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[93]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复原IP地址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回溯/搜索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回溯法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依次尝试 1~3 位作为每段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检查：0-255，无前导零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凑满 4 段且用完字符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res=[];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backtrack=(start,path)=&gt;{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if(path.length===4){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if(start===s.length)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res.push(path.join("."));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for(let len=1;len&lt;=3;len++){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if(start+len&gt;s.length) break;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seg=s.substring(start,start+len);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if((seg.length&gt;1&amp;&amp;seg[0]==="0")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||parseInt(seg)&gt;255) continue;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backtrack(start+len,[...path,seg]);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回溯/搜索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[22]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括号生成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回溯/搜索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回溯法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左括号数 &lt; n 时可加左括号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右括号数 &lt; 左括号数时可加右括号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卡特兰数 O(4^n/√n)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res=[];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backtrack=(path,left,right)=&gt;{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if(path.length===2*n)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{res.push(path);return;}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if(left&lt;n)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backtrack(path+"(",left+1,right);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if(right&lt;left)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backtrack(path+")",left,right+1);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backtrack("",0,0);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回溯/搜索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[78]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00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回溯/搜索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回溯法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对每个元素选择"选"或"不选"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有重复元素：先排序，同层跳过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res=[];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backtrack=(start,path)=&gt;{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res.push([...path]);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for(let i=start;i&lt;nums.length;i++){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path.push(nums[i]);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backtrack(i+1,path);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path.pop();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backtrack(0,[]);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回溯/搜索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D79A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道高频题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4114800"/>
            <a:ext cx="1828800" cy="54864"/>
          </a:xfrm>
          <a:prstGeom prst="rect">
            <a:avLst/>
          </a:prstGeom>
          <a:solidFill>
            <a:srgbClr val="FD79A8"/>
          </a:solidFill>
          <a:ln/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D79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7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最长回文子串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FD79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7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中心扩展法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以每个字符（和间隙）为中心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向两边扩展检查回文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O(n²)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7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expand=(l,r)=&gt;{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while(l&gt;=0&amp;&amp;r&lt;s.length&amp;&amp;s[l]===s[r])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{l--;r++;}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s.substring(l+1,r);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res="";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for(let i=0;i&lt;s.length;i++){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odd=expand(i,i);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even=expand(i,i+1);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if(odd.length&gt;res.length) res=odd;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if(even.length&gt;res.length) res=even;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字符串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D79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7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[415]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字符串相加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0B89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FD79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7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双指针从尾部相加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维护进位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注意最后可能还有进位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7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i=num1.length-1,j=num2.length-1;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carry=0; const res=[];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while(i&gt;=0||j&gt;=0||carry){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a=i&gt;=0?+num1[i--]:0;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b=j&gt;=0?+num2[j--]:0;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total=a+b+carry;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res.push(total%10);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carry=Math.floor(total/10);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res.reverse().join("");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字符串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D79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7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[43]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字符串相乘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FD79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7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竖式乘法模拟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num1[i]×num2[j] 放在 [i+j, i+j+1]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最后处理进位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7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m=num1.length,n=num2.length;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pos=new Array(m+n).fill(0);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for(let i=m-1;i&gt;=0;i--)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for(let j=n-1;j&gt;=0;j--){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mul=(+num1[i])*(+num2[j]);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p1=i+j,p2=i+j+1;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total=mul+pos[p2];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pos[p2]=total%10;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pos[p1]+=Math.floor(total/10);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pos.join("").replace(/^0+/,"")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||"0";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字符串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D79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7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[8]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字符串转换整数 (atoi)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FD79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7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 / 逐字符解析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跳过空格→读符号→读数字→处理溢出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边界情况非常多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7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s=s.trim(); if(!s) return 0;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sign=1,i=0,res=0;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if(s[0]==="+"||s[0]==="-"){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sign=s[0]==="-"?-1:1; i++;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while(i&lt;s.length&amp;&amp;s[i]&gt;="0"&amp;&amp;s[i]&lt;="9")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{res=res*10+(+s[i]);i++;}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Math.max(-(2**31),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Math.min(2**31-1,res*sign));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字符串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D79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7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[151]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翻转字符串里的单词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FD79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7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内置函数：split+reverse+join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原地翻转：整体翻转→逐词翻转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去多余空格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7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s.trim()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.split(/\s+/)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.reverse()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.join(" ");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字符串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D79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7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[165]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比较版本号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FD79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7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"." 分割，逐段转整数比较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较短版本号缺失部分视为 0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注意前导零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7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v1=version1.split(".");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v2=version2.split(".");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len=Math.max(v1.length,v2.length);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for(let i=0;i&lt;len;i++){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a=i&lt;v1.length?parseInt(v1[i]):0;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b=i&lt;v2.length?parseInt(v2[i]):0;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if(a&lt;b) return -1;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if(a&gt;b) return 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0;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字符串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排序/栈/其他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道高频题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4114800"/>
            <a:ext cx="1828800" cy="54864"/>
          </a:xfrm>
          <a:prstGeom prst="rect">
            <a:avLst/>
          </a:prstGeom>
          <a:solidFill>
            <a:srgbClr val="FDCB6E"/>
          </a:solidFill>
          <a:ln/>
        </p:spPr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[快排]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手撕快速排序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排序/栈/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 pivot，partition 分两部分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递归排序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随机化 pivot 避免最坏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quickSort=(lo,hi)=&gt;{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if(lo&gt;=hi) return;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pivotIdx=lo+Math.floor(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Math.random()*(hi-lo+1));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[nums[pivotIdx],nums[hi]]=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[nums[hi],nums[pivotIdx]];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pivot=nums[hi];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i=lo;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for(let j=lo;j&lt;hi;j++)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if(nums[j]&lt;pivot)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{[nums[i],nums[j]]=[nums[j],nums[i]];i++;}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[nums[i],nums[hi]]=[nums[hi],nums[i]];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quickSort(lo,i-1);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quickSort(i+1,hi);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排序/栈/其他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两数之和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0B89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排序/栈/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哈希表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遍历数组，检查 target-nums[i]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是否在哈希表中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O(n)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map=new Map();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for(let i=0;i&lt;nums.length;i++){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comp=target-nums[i];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if(map.has(comp))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[map.get(comp),i];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map.set(nums[i],i);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排序/栈/其他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[20]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有效的括号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0B89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排序/栈/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遇到左括号入栈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遇到右括号检查栈顶匹配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奇数长度直接 false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stack=[];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map={")":"(","}":"{","]":"["};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for(const ch of s){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if(ch in map){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if(!stack.length||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stack[stack.length-1]!==map[ch])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false;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stack.pop();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stack.push(ch);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stack.length===0;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排序/栈/其他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[121]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买卖股票的最佳时机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0B89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排序/栈/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一次遍历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维护历史最低价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每天计算当天卖出的利润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多次交易：贪心，所有上升段都买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minPrice=Infinity,maxProfit=0;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for(const price of prices){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minPrice=Math.min(minPrice,price);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maxProfit=Math.max(maxProfit,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price-minPrice);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maxProfit;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排序/栈/其他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[41]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缺失的第一个正数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排序/栈/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原地哈希（桶排序思想）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 i 放到下标 i-1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答案一定在 [1, n+1] 范围内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n=nums.length;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for(let i=0;i&lt;n;i++)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while(nums[i]&gt;=1&amp;&amp;nums[i]&lt;=n&amp;&amp;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nums[nums[i]-1]!==nums[i])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[nums[nums[i]-1],nums[i]]=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[nums[i],nums[nums[i]-1]];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for(let i=0;i&lt;n;i++)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if(nums[i]!==i+1) return i+1;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n+1;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排序/栈/其他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[31]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下一个排列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排序/栈/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从右向左找第一个降序对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从右找第一个比它大的数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交换后反转 i+1 之后部分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i=nums.length-2;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while(i&gt;=0&amp;&amp;nums[i]&gt;=nums[i+1]) i--;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if(i&gt;=0){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j=nums.length-1;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while(nums[j]&lt;=nums[i]) j--;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[nums[i],nums[j]]=[nums[j],nums[i]];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l=i+1,r=nums.length-1;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while(l&lt;r){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[nums[l],nums[r]]=[nums[r],nums[l]];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l++;r--;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排序/栈/其他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[232]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用栈实现队列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0B89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Easy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81360" y="27432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排序/栈/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解题思路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16213E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两个栈：输入栈 + 输出栈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push 压入输入栈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pop/peek 时输出栈空则倒入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FE6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均摊 O(1)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参考代码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 w="635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MyQueue=function(){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this.inStack=[];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this.outStack=[];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MyQueue.prototype.push=function(x){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this.inStack.push(x);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MyQueue.prototype.peek=function(){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if(!this.outStack.length)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while(this.inStack.length)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this.outStack.push(this.inStack.pop());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this.outStack[this.outStack.length-1];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CodeTop 高频面试题 | 排序/栈/其他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祝面试顺利！🎉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坚持刷题，offer 拿到手软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CodeTop Top 60 高频面试题解析</dc:title>
  <dc:subject>PptxGenJS Presentation</dc:subject>
  <dc:creator>Algorithm Notes</dc:creator>
  <cp:lastModifiedBy>Algorithm Notes</cp:lastModifiedBy>
  <cp:revision>1</cp:revision>
  <dcterms:created xsi:type="dcterms:W3CDTF">2026-05-31T15:53:31Z</dcterms:created>
  <dcterms:modified xsi:type="dcterms:W3CDTF">2026-05-31T15:53:31Z</dcterms:modified>
</cp:coreProperties>
</file>